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5aONLUiUyA4FSZxDFioHrJ7OV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2147375" y="849650"/>
            <a:ext cx="559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ES" sz="5400">
                <a:solidFill>
                  <a:srgbClr val="FFFFFF"/>
                </a:solidFill>
              </a:rPr>
              <a:t>SMARTSCHOOLSMART SCHOOL</a:t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034150" y="1716125"/>
            <a:ext cx="69627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Lisy </a:t>
            </a:r>
            <a:r>
              <a:rPr lang="es-ES" sz="4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Tamayo,Juan J.Cardona</a:t>
            </a:r>
            <a:endParaRPr sz="4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Valentina R.P Samy Olaya</a:t>
            </a:r>
            <a:endParaRPr sz="4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Jehan Mena</a:t>
            </a:r>
            <a:endParaRPr sz="4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I.E JAVIERA LONDOÑO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PROYECTO INTEGRADOR DE AULA -PIA-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/>
          <p:nvPr/>
        </p:nvSpPr>
        <p:spPr>
          <a:xfrm>
            <a:off x="609599" y="1493372"/>
            <a:ext cx="7054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en la 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J.L hay estudiantes que 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presentan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dificultad para organizar tareas, horarios y actividades 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Académicas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. Es muy 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común</a:t>
            </a: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 que olvidan trabajos, se confundan con fechas de entrega  o no tengan claridad sobre sus responsabilidades escolares.</a:t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Esta situación genera desorden, estrés y bajo rendimiento académico. Por ello, surge la necesidad de crear una herramienta tecnológica que facilite la organización escolar y permita a los estudiantes gestionar mejor su tiempo y sus actividades.</a:t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8006" y="1055399"/>
            <a:ext cx="3303600" cy="2203800"/>
          </a:xfrm>
          <a:prstGeom prst="foldedCorner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 txBox="1"/>
          <p:nvPr/>
        </p:nvSpPr>
        <p:spPr>
          <a:xfrm>
            <a:off x="793450" y="8987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  <a:endParaRPr/>
          </a:p>
        </p:txBody>
      </p:sp>
      <p:cxnSp>
        <p:nvCxnSpPr>
          <p:cNvPr id="49" name="Google Shape;49;p4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cap="flat" cmpd="sng" w="9525">
            <a:solidFill>
              <a:srgbClr val="01B3C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0" name="Google Shape;50;p4"/>
          <p:cNvSpPr txBox="1"/>
          <p:nvPr/>
        </p:nvSpPr>
        <p:spPr>
          <a:xfrm>
            <a:off x="1112350" y="2571750"/>
            <a:ext cx="3491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-66650" y="2466600"/>
            <a:ext cx="55302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La organización del tiempo es importante para el rendimiento académico, y hoy en día las aplicaciones ayudan a organizar tareas y actividades. Existen agendas digitales y apps de productividad, pero muchas no están hechas para estudiantes ni tienen todas las funciones en un solo lugar. Por eso, Smart School propone una aplicación que reúne tareas, horarios y recordatorios en una sola plataforma para facilitar la organización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/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421481" y="1213706"/>
            <a:ext cx="8376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OBJETIVO GENERAL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Desarrollar una aplicación tecnológica que permita mejorar la organización escolar de los estudiantes mediante la gestión de tareas, horarios y recordatorios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 OBJETIVOS ESPECÍFICOS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Diseñar una plataforma digital que centralice la información académica de los estudiantes.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Facilitar el registro y seguimiento de tareas y actividades escolares.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Implementar recordatorios automáticos para evitar el olvido de responsabilidades.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Mejorar la gestión del tiempo y la organización académica de los estudiantes.</a:t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  <a:endParaRPr/>
          </a:p>
        </p:txBody>
      </p:sp>
      <p:pic>
        <p:nvPicPr>
          <p:cNvPr id="66" name="Google Shape;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/>
          <p:nvPr/>
        </p:nvSpPr>
        <p:spPr>
          <a:xfrm>
            <a:off x="882725" y="1157626"/>
            <a:ext cx="7383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el desarrollo del proyecto se llevarán a cabo las siguientes etapas: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1. Identificación del problema: análisis de las dificultades de organización en los estudiantes.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2. Diseño de la solución: creación de la idea de la app y sus funciones principales.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3. Desarrollo del prototipo: elaboración de bocetos o simulaciones de la aplicación.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4. Validación: revisión del proyecto y posibles mejoras.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2225" y="2044700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2745425" y="1597650"/>
            <a:ext cx="6400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2225" y="2044700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RESULTADOS Y PRODU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  <a:endParaRPr/>
          </a:p>
        </p:txBody>
      </p:sp>
      <p:pic>
        <p:nvPicPr>
          <p:cNvPr id="77" name="Google Shape;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 txBox="1"/>
          <p:nvPr/>
        </p:nvSpPr>
        <p:spPr>
          <a:xfrm>
            <a:off x="85958" y="1022600"/>
            <a:ext cx="89721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Un prototipo de aplicación (diseño visual o maqueta).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Una propuesta innovadora para mejorar la organización escolar.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Un modelo de negocio funcional.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Una presentación del proyecto.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Además, se espera que este proyecto contribuya a mejorar la organización y el rendimiento académico de los estudiante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725459" y="1895874"/>
            <a:ext cx="74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 txBox="1"/>
          <p:nvPr/>
        </p:nvSpPr>
        <p:spPr>
          <a:xfrm>
            <a:off x="725459" y="1895874"/>
            <a:ext cx="7422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Ministerio de Educación Nacional. (s.f.). Educación y tecnología.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Pérez, L. (2019). Organización del tiempo en estudiantes.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Google. (s.f.). Aplicaciones de productividad.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0"/>
          <p:cNvPicPr preferRelativeResize="0"/>
          <p:nvPr/>
        </p:nvPicPr>
        <p:blipFill rotWithShape="1">
          <a:blip r:embed="rId5">
            <a:alphaModFix/>
          </a:blip>
          <a:srcRect b="12335" l="9033" r="0" t="9933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762000" y="2026375"/>
            <a:ext cx="36429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Lisy zamara tamayo marin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Juan jose cardona garcia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Joharlys valentina reveron petit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Samy nicol olaya jimenez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Jehan stiven mena cordoba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Natalia Andrea Saldarriaga</dc:creator>
</cp:coreProperties>
</file>